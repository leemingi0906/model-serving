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해아림은 전력중개사업자를 위한 다음 날 24시간 태양광 발전량 예측 API입니다. 핵심은 예측 자체보다 운영입니다. 오차가 커졌을 때 원인을 가려 모델 탓일 때만 재학습합니다.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제도 요약. 오차 8% 이내인 날만 정산되고 6% 이하면 단가가 더 높습니다. 제출은 하루 전 10시이므로 그 시각에 아는 것은 과거 실적과 기상 예보뿐입니다.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가이드가 팀별로 먼저 채우라고 한 표입니다. 왼쪽이 실습 스켈레톤, 오른쪽이 해아림입니다. 입력이 시퀀스 하나에서 실적 72시간과 예보 24시간으로, 게이트가 RMSE 4달러에서 8% 통과율로 바뀌었고, 드리프트 신호는 오차율 하나에서 오차율과 PR 두 개로 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응답 시간 목표는 요청 한 건 1초입니다. 모델이 올라온 뒤에는 75밀리초라 여유가 큽니다. 가용성은 재학습 중에도 응답하는 것과 게이트에 걸리면 기존 버전을 유지하는 것으로 지킵니다. Lazy는 뜨는 데 3.5초지만 첫 요청이 1.9초 걸리고, Eager는 5초 걸려 뜨는 대신 첫 요청부터 0.35초입니다. 컨테이너는 헬스체크가 model_loaded까지 보기 때문에 Eager를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7곳을 제외한 이유: 시간별 계측이 급변하거나 피크가 3~4시간 늦게 찍히는 발전소는 계측 문제라 학습에서 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전날 그대로 쓰는 기준선 16%에서 운영 모델 8.29%까지. 맨 아래는 같은 모델에 하루 전 예보를 넣은 서빙 조건 9.85%입니다. 이 1.5%p는 드리프트가 아니라 입력 품질의 몫입니다.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월별로 보면 장마철만 눈에 띄게 낮습니다. 임계값 10.36% 아래라 드리프트로 잡히지 않고, 잡혀도 PR이 정상이라 재학습으로 가지 않습니다. 맞는 동작입니다.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 모양입니다. 위 세 개는 한 발전소에서 나타나는 설비 신호, 아래는 날씨, 여러 곳 동시, 위로 틀림입니다. 재학습은 아래 두 개뿐입니다.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순서가 중요합니다. 동시성을 먼저 보고, 장기 추세, 급락, 나머지 순입니다. 설비와 오염은 재학습하면 안 되는 경우이고 모델 드리프트만 재학습으로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 세 줄은 재학습하지 않는 날씨 변동, 가운데 네 줄은 설비 이상(실제 사례 3건 포함), 아래 두 줄만 재학습입니다.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광양항은 창이 시작되기 전부터 낮았습니다. 하락폭이 창 안에 없어서 처음에는 날씨로 오판했고, PR 절대값 규칙을 추가했습니다.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합성 시나리오로 만든 모양이 실제 데이터에 그대로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21일 창만 보면 설비 이상이고, 5개월 추세를 보면 점진 손실입니다. 그래서 60일 이상 쌓이면 장기 추세 규칙이 다시 분류합니다.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회색 선이 각 발전소, 검은 선이 중앙값입니다. 파란 광양항만 복구 후 위로 벗어나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모의 시나리오 기후 B. 더운 경남 4곳만 임계값을 넘고 경북 2곳은 이내라 동시성 0.67로 모델 드리프트가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위에서 시작합니다. 실적 CSV가 올라오면 검증을 거쳐 저장되고, 학습 스크립트가 게이트를 통과한 모델만 MLflow에 champion으로 올립니다. 서빙 컨테이너는 그 champion을 읽어 /predict에 답하고, 실적이 들어오면 날짜별 오차와 PR을 쌓습니다. 21일 오차가 임계값을 넘으면 원인을 가르고, 모델 드리프트일 때만 백그라운드에서 fine-tuning을 돌려 게이트를 다시 통과한 버전으로 alias를 옮깁니다. 설비·오염이면 alert만 남기고 이 고리를 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왼쪽이 재학습 전, 오른쪽이 기후 B 재학습 뒤입니다. 요청은 글자 하나 다르지 않고 응답의 model_version과 수치만 바뀌었습니다. 대시보드의 배포 완료 표시가 아니라 이 응답으로 버전이 바뀐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장의 세 그림은 Docker Desktop이 있는 PC에서 캡처해 넣습니다. 빌드 로그에 GATE PASSED와 14 passed가 보이고, docker ps의 STATUS가 healthy가 되면 컨테이너의 /docs도 로컬과 같이 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645920"/>
            <a:ext cx="6400800" cy="640080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34440"/>
            <a:ext cx="822960" cy="82296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4401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태양광 시간별 발전량 예측 B2B 서비스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840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→ MLOps → AIOps 루프 위에서, 오차의 원인을 가려낸 뒤에만 재학습하는 운영 설계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1520" y="4709160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" y="484632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" y="4709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발전소 10곳 · 3.7년 실적 · Open-Meteo 기상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532120" y="4709160"/>
            <a:ext cx="429768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78424" y="484632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43016" y="470916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 · 재학습 2회 · 새 클론에서 재현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HAIC 조별 과제 · 2026년 10월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예측제도는 "맞힌 날"에만 돈을 준다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 10시에 다음 날 24시간을 제출하고, 일 오차율 8% 이내인 날만 정산한다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이내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조건. 6% 이하 4원/kWh, 6~8% 3원/kWh. 2025년부터 12% → 8%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17136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 10:00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17136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마감. 이때 아는 것은 과거 실적과 기상 예보뿐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83296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84464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24h × N곳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84464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중개사업자(VPP)는 매일 발전소 수십 곳의 시간별 예측을 제출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337560"/>
            <a:ext cx="548640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77240" y="34930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매일 부딪히는 네 가지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93192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틀렸는데 원인을 모른다. 날씨인지, 설비 고장인지, 모델이 낡은 것인지.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커질 때마다 재학습하면 고장 난 발전소를 "정상"으로 학습한다.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점검이 필요한 발전소를 예측 오차만으로는 골라낼 수 없다.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10시 마감 전에 예측 API가 멈추거나 느려지면 그날 제출을 못 하고, 제출이 없으면 정산도 없다.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63640" y="3337560"/>
            <a:ext cx="539496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92240" y="34930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해아림이 답하는 것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39319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발전량을 제도 포맷으로 API 한 번에.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커지면 원인을 날씨 / 설비 / 모델로 자동 분류.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탓일 때만 재학습하고, 게이트를 통과한 모델만 교체.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탓이면 재학습을 막고 점검 알림.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기능과 고객이 얻는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전력중개사업자(VPP)와 발전소 운영자를 위한 B2B API와 운영 대시보드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01368"/>
            <a:ext cx="640080" cy="64008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61388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날 24시간 예측 API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실적과 24시간 예보를 보내면 hourly_kwh[24]와 model_version을 돌려준다. 제출 자료 준비 시간이 사라진다.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2788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2990088"/>
            <a:ext cx="640080" cy="64008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15010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45920" y="29443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업로드와 사후 대조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645920" y="33375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컬럼·시각·중복·용량을 검증한 뒤 저장한다. 실적이 들어오면 날짜별 오차율과 PR을 계산해 누적한다.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178808"/>
            <a:ext cx="640080" cy="640080"/>
          </a:xfrm>
          <a:prstGeom prst="ellipse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433882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133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원인별 드리프트 대응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5262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임계값을 넘으면 PR·동시성·모양으로 날씨 / 설비 / 오염 / 모델 드리프트를 가른다. 모델일 때만 재학습한다.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367528"/>
            <a:ext cx="640080" cy="640080"/>
          </a:xfrm>
          <a:prstGeom prst="ellipse">
            <a:avLst/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552754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45920" y="5321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 알림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645920" y="5715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발전소만 PR이 0.75 아래면 [ALERT]를 남기고 재학습을 막는다. 고장을 정상으로 학습하지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HAIC 템플릿을 태양광 운영으로 바꾼 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가이드 7번 도메인 매핑표. 예측 대상부터 이해관계자까지 한 칸씩 치환했다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59436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템플릿 개념 (HAIC)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 스켈레톤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해아림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대상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다음날 종가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날 24시간 발전량 hourly_kwh[24] (제도 제출 포맷)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시퀀스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20거래일 (close, volume)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72시간 실적 + 내일 24시간 기상 예보 + 발전소 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공급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CSV 업로드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시간별 실적 CSV 업로드 (컬럼·시각·중복·용량 검증) + Open-Meteo 기상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게이트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RMSE ≤ $4.00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배포 8% 통과율 ≥ 0.45, 이후는 현 운영 모델 이상 (같은 테스트 1년)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드리프트 신호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3배 급변 → RMSE &gt; $4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21일 오차율 &gt; 10.36% 이고, PR·동시성·모양으로 날씨/설비/오염/모델을 가름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21거래일 fine-tuning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드리프트일 때만, 영향 발전소의 최근 30일로 fine-tuning (마지막 6일은 검증용)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aiops.log [WARN]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[WARN] 감지 · [ALERT] 설비 점검 · [INFO] 재학습 · [OK] 승격 (대시보드 로그 패널)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이해관계자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투자 분석가, 운영자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전력중개사업자(VPP) 운영팀, 발전소 운영자, 모델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목표: 응답 시간 · 가용성 · 품질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솔루션이 지켜야 할 수치. Lazy/Eager는 같은 PC에서 두 번씩 재서 적었다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13232" y="1673352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1051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시간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9385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/predict 한 건 1초 이내. 측정 75 ms (모델 로드 뒤). 발전소 50곳을 순서대로 불러도 4초 안쪽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2450592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13232" y="2569464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70662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25420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가용성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417320" y="2834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백그라운드에서 돌고 그동안 /predict는 기존 버전으로 응답. 게이트에 걸리면 기존 버전 유지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3346704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13232" y="3465576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602736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438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1417320" y="373075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1년 일 오차율 8.29%, 8% 통과율 0.579. 첫 배포 게이트는 통과율 0.45, 이후는 현 운영 모델 이상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48640" y="4242816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13232" y="4361688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498848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17320" y="43342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1417320" y="46268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길이·범위가 틀린 요청은 모델에 닿기 전에 422로 거절. 어느 필드가 왜 틀렸는지 loc·msg로 돌려준다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617220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vs Eager 측정 (mlflow 모드, CPU, 2회씩)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920240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17320"/>
                <a:gridCol w="1143000"/>
                <a:gridCol w="914400"/>
                <a:gridCol w="868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시작 → /health 200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직후 model_loaded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/predict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번째 /predict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lazy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3.66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false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1,892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76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lazy 2회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false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1,917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eager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5.04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342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eager 2회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5.25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1"/>
          <p:cNvSpPr/>
          <p:nvPr/>
        </p:nvSpPr>
        <p:spPr>
          <a:xfrm>
            <a:off x="6172200" y="384048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6309360" y="3913632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Lazy는 1.8초 먼저 뜨지만 첫 사용자가 1.9초를 기다리고, 모델 파일 문제가 첫 요청 때 드러난다.</a:t>
            </a:r>
            <a:endParaRPr lang="en-US" sz="10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Eager는 뜨는 데 1.6초 더 걸리는 대신 /health의 model_loaded=true가 "받을 준비 됐다"는 뜻이 된다.</a:t>
            </a:r>
            <a:endParaRPr lang="en-US" sz="10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Eager도 첫 요청이 0.35초인 것은 TensorFlow가 첫 호출 때 그래프를 만들기 때문. 기동 시 예열 호출 한 번이면 없어진다.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548640" y="5257800"/>
            <a:ext cx="1106424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694944" y="539496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859536" y="5257800"/>
            <a:ext cx="10680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선택: 컨테이너·운영은 Eager (헬스체크가 model_loaded까지 확인), 개발·테스트는 Lazy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재현: python scripts/measure_loading.py  →  logs/loading_measure.json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데이터로 만들었다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발전 실적과 Open-Meteo 기상. 합성 데이터가 아니라 발전소 10곳의 3.7년치 시간별 실적이다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10곳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계측이 정상인 발전소 (전체 24곳 중)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3872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3.7년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53872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2023-01 ~ 2026-08, 321,336행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32764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위치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32764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Open-Meteo 관측과 하루 전 예보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15400" y="1600200"/>
            <a:ext cx="26974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116568" y="1709928"/>
            <a:ext cx="229514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9116568" y="2340864"/>
            <a:ext cx="229514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2025-09 ~ 2026-08, 3,534 발전소-일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39496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단위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이용률 = 발전량 ÷ 설비용량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용량이 다른 발전소 10곳을 한 모델로 통합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 "N시" = N-1~N시 구간, 기상은 N시 직전 1시간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발전과 기상의 피크가 어긋나지 않게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 7곳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시간별 급변 25~52%, 피크 3~4시간 지연, 장기 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계측 불량을 모델에 넣지 않는다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피크로 추정 (공식값은 plants.csv에 넣으면 반영)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오차율의 분모이므로 공식값 확인이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/ 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학습은 관측 기상, 평가와 서빙은 하루 전 예보도 함께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조건의 오차를 따로 잰다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통합 모델 구조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이력 인코더 + 내일 기상·태양고도 + 날짜·발전소 임베딩 → 24시간 이용률. 파라미터 18,592개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7739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72시간 이용률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57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 01:00 ~ D-1 24:00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기상 예보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295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일사량 · 운량 · 기온 + sin(태양고도)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45171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· 발전소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901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sin/cos 연중일 + 발전소 one-hot(10)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749040" y="16459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86200" y="17739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32 → 16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21579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인코더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749040" y="30175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886200" y="31455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48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886200" y="35295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피처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49040" y="43891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886200" y="45171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8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49011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 임베딩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766560" y="2743200"/>
            <a:ext cx="2194560" cy="1737360"/>
          </a:xfrm>
          <a:prstGeom prst="roundRect">
            <a:avLst>
              <a:gd name="adj" fmla="val 631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903720" y="2871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64 → 24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3255264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sigmoid 출력. 손실은 낮 시간 가중 MAE (이용률 10% 이상 가중 1, 그 외 0.15)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509760" y="274320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646920" y="2871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설비용량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46920" y="3255264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hourly_kwh[24]. 태양고도 0인 시간은 0으로 마스킹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0" y="22402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20040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200400" y="49834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217920" y="2240280"/>
            <a:ext cx="548640" cy="109728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792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17920" y="4983480"/>
            <a:ext cx="548640" cy="-109728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96112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31520" y="58338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구조인가  ·  mse 8.98% → 낮 가중 MAE 8.33% → 발전소 임베딩 7.99% (실험). 학습 길이·피처 추가·앙상블은 효과 없음. 제도 오차율은 낮만 세므로 손실도 낮에 집중.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대비 오차 절반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1년 · 발전소 10곳 · 3,534 발전소-일. 일 오차율 = 용량 대비 시간 오차의 낮 시간 평균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040880" cy="348976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818120" y="155448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19288" y="1664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8.29%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019288" y="226771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모델 (관측 기상)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784080" y="155448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9985248" y="1664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0.58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9985248" y="226771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(기준선 0.30)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818120" y="288036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19288" y="299008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9.85%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8019288" y="359359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 예보 입력 (서빙)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784080" y="288036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985248" y="299008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9985248" y="359359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 통과율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818120" y="420624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01000" y="4315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예보 입력 격차 1.5%p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6817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드리프트가 아니라 입력 품질의 몫이다. 예보 소스 개선, 최신 런 사용, 예보로 학습하는 것이 다음 과제. 재학습으로는 줄지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변동은 모델이 이미 아는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장마철(7월) 통과율 0.45는 드리프트가 아니라 모델 성능의 한계다. 가을(11월)은 0.71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11064240" cy="36643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F1DC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60527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 오차가 큰 이유: 구름이 "몇 시에 걷히느냐"를 시간 단위로 맞혀야 하고, 평가에 남는 시간은 가장 변동이 큰 시간뿐이다. 보수적 예측 손실과 예보로 학습이 다음 과제.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하나로 통일하고, 게이트가 배포를 막는다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손실, 배포 게이트, 드리프트 임계값이 모두 같은 제도 오차율에서 나온다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30352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 오차율 (data/metrics.py)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21408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시간 오차율 = |예측 − 실제| ÷ 설비용량 ×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발전량이 용량의 10% 이상인 시간만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일 오차율 = 시간 오차율의 평균 → 8% 이하면 정산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= Σ실제 ÷ Σ(관측 기상으로 낸 기대치)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1.0 = 설비가 모델이 아는 정상 상태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554480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700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배포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≥ 0.45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190195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0.30의 1.5배. 실제 0.579로 통과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2395728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25420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배포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운영 모델 이상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274320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테스트 1년에서 챔피언/챌린저 비교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26480" y="3236976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30936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310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남겨 둔 6일에서 현 모델보다 오차가 낮을 때만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35844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중 앞 24일로 학습, 뒤 6일은 손대지 않고 두 모델을 같은 날짜로 비교. 기후 B에서는 4곳 × 6일 = 24 발전소-일, 16.32% → 8.39%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임계값은 검증 오차에서 유도한다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006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= max(8%, 검증 오차 8.29% × 1.25) = 10.36%. 고정 8%를 쓰면 평상시(8.3%)가 매일 드리프트가 된다.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21일 일 오차율 평균이 임계값을 넘을 때만 원인 분류로 넘어간다. 7일 미만이면 보류.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조건의 오차와 예보 괴리(관측-예보 일사량 차이)를 함께 기록해 "예보가 빗나간 날"을 설명한다.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드리프트는 모양으로 알아본다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성능비 PR이 시간에 따라 그리는 모양. 같은 "오차 상승"이라도 모양이 다르면 원인과 대응이 다르다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801" y="1691640"/>
            <a:ext cx="1584198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급락 (sudden)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237744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만에 계단형으로 떨어져 유지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삼천포2 12/16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8580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2104" y="338328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9669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이상 → [ALERT]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29768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841" y="1691640"/>
            <a:ext cx="1584198" cy="1005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2648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(incremental)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12648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주~몇 달에 걸쳐 한 방향으로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4348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영흥#5 3~8월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43484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581144" y="338328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74573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설비·오염 → 점검 권고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04672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881" y="1691640"/>
            <a:ext cx="1584198" cy="10058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7552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(recurring)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987552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떨어졌다가 원래대로 돌아옴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818388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광양항 11월, 삼천포2 1/9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818388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330184" y="338328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49477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설비였다는 사후 확인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01" y="4114800"/>
            <a:ext cx="1584198" cy="10058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237744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(no shift)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237744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위아래로 흔들리지만 평균은 1.0</a:t>
            </a:r>
            <a:endParaRPr lang="en-US" sz="1050" dirty="0"/>
          </a:p>
        </p:txBody>
      </p:sp>
      <p:sp>
        <p:nvSpPr>
          <p:cNvPr id="35" name="Text 28"/>
          <p:cNvSpPr txBox="1"/>
          <p:nvPr/>
        </p:nvSpPr>
        <p:spPr>
          <a:xfrm>
            <a:off x="68580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장마철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8580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3210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9669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→ 재학습 없음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429768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2841" y="4114800"/>
            <a:ext cx="1584198" cy="100584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12648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변화 (concurrent)</a:t>
            </a:r>
            <a:endParaRPr lang="en-US" sz="1350" dirty="0"/>
          </a:p>
        </p:txBody>
      </p:sp>
      <p:sp>
        <p:nvSpPr>
          <p:cNvPr id="42" name="Text 34"/>
          <p:cNvSpPr txBox="1"/>
          <p:nvPr/>
        </p:nvSpPr>
        <p:spPr>
          <a:xfrm>
            <a:off x="612648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발전소가 같은 시기에 같은 방향</a:t>
            </a:r>
            <a:endParaRPr lang="en-US" sz="1050" dirty="0"/>
          </a:p>
        </p:txBody>
      </p:sp>
      <p:sp>
        <p:nvSpPr>
          <p:cNvPr id="43" name="Text 35"/>
          <p:cNvSpPr txBox="1"/>
          <p:nvPr/>
        </p:nvSpPr>
        <p:spPr>
          <a:xfrm>
            <a:off x="443484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기후 B 폭염화 (모의)</a:t>
            </a:r>
            <a:endParaRPr lang="en-US" sz="1150" dirty="0"/>
          </a:p>
        </p:txBody>
      </p:sp>
      <p:sp>
        <p:nvSpPr>
          <p:cNvPr id="44" name="Shape 36"/>
          <p:cNvSpPr/>
          <p:nvPr/>
        </p:nvSpPr>
        <p:spPr>
          <a:xfrm>
            <a:off x="443484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458114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474573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 → 재학습</a:t>
            </a:r>
            <a:endParaRPr lang="en-US" sz="1100" dirty="0"/>
          </a:p>
        </p:txBody>
      </p:sp>
      <p:sp>
        <p:nvSpPr>
          <p:cNvPr id="47" name="Shape 39"/>
          <p:cNvSpPr/>
          <p:nvPr/>
        </p:nvSpPr>
        <p:spPr>
          <a:xfrm>
            <a:off x="804672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881" y="4114800"/>
            <a:ext cx="1584198" cy="100584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987552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위로 틀림 (PR &gt; 1.15)</a:t>
            </a:r>
            <a:endParaRPr lang="en-US" sz="1350" dirty="0"/>
          </a:p>
        </p:txBody>
      </p:sp>
      <p:sp>
        <p:nvSpPr>
          <p:cNvPr id="50" name="Text 41"/>
          <p:cNvSpPr txBox="1"/>
          <p:nvPr/>
        </p:nvSpPr>
        <p:spPr>
          <a:xfrm>
            <a:off x="987552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기대보다 계속 많음</a:t>
            </a:r>
            <a:endParaRPr lang="en-US" sz="1050" dirty="0"/>
          </a:p>
        </p:txBody>
      </p:sp>
      <p:sp>
        <p:nvSpPr>
          <p:cNvPr id="51" name="Text 42"/>
          <p:cNvSpPr txBox="1"/>
          <p:nvPr/>
        </p:nvSpPr>
        <p:spPr>
          <a:xfrm>
            <a:off x="818388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광양항 복구 후</a:t>
            </a:r>
            <a:endParaRPr lang="en-US" sz="1150" dirty="0"/>
          </a:p>
        </p:txBody>
      </p:sp>
      <p:sp>
        <p:nvSpPr>
          <p:cNvPr id="52" name="Shape 43"/>
          <p:cNvSpPr/>
          <p:nvPr/>
        </p:nvSpPr>
        <p:spPr>
          <a:xfrm>
            <a:off x="818388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833018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849477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기준 오류 → 재학습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커졌다는 것과 모델이 틀렸다는 것은 다르다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발전소가 기대보다 덜 만들 이유는 많지만 더 만들 이유는 없다. 다섯 단계로 원인을 가른다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10.36%를 넘는가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아니오 → 정상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5176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78892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926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92608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 다른 발전소도 절반 이상 넘었나, 또는 PR &gt; 1.15인가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92608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모델 드리프트 → 재학습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89204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02920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166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62356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추세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16636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60일 이상 기록에서 PR이 단조 하락하는가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오염 → 청소 권고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13232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48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06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급락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40664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PR이 0.75 아래인가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설비 이상 → [ALERT]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37260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950976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6469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1010412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64692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PR은 정상인데 오차만 큰가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64692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→ 예보 품질 알림만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1645920"/>
                <a:gridCol w="1645920"/>
                <a:gridCol w="2651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(실제 ÷ 기대치)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날씨·예보 빗나감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≈ 1.0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지역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고장·정지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 아래로 급락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계단형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[ALERT], 재학습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오염·노후·그늘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0.75~0.92, 단조 하락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주~몇 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청소·점검 권고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곳 같은 방향, 또는 1.15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절반 이상 동시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fine-tune → 게이트 → 재배포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AIOps 파이프라인 8단계와 운영 안전장치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대시보드는 aiops.log의 [WARN] → [INFO] → [OK]를 읽어 단계를 켠다. 모델 드리프트일 때만 5단계로 넘어간다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수신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38528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29968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모니터링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029968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기록 누적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28416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감지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19856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 vs 임계값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18304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9744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분류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· 동시성 · 모양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08192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99632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트리거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드리프트일 때만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98080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fine-tuning 10 epoch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79408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등록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277856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69296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369296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@champion 교체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1520" y="34930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3648456"/>
            <a:ext cx="310896" cy="310896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50876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백그라운드 작업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508760" y="36393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/jobs/current로 상태를 본다. 학습 중에도 /predict는 기존 버전으로 응답하고, 진행 중이면 새 요청은 같은 작업으로 합친다.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7220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355080" y="34930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3648456"/>
            <a:ext cx="310896" cy="310896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713232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alias @champion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132320" y="36393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승격은 alias 이동이다. 게이트에 걸리면 기존 버전을 유지하고, 학습이 실패해도 서빙은 그대로다.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48640" y="47091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31520" y="50932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248656"/>
            <a:ext cx="310896" cy="310896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508760" y="4864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데이터 선별</a:t>
            </a:r>
            <a:endParaRPr lang="en-US" sz="1400" dirty="0"/>
          </a:p>
        </p:txBody>
      </p:sp>
      <p:sp>
        <p:nvSpPr>
          <p:cNvPr id="44" name="Text 39"/>
          <p:cNvSpPr txBox="1"/>
          <p:nvPr/>
        </p:nvSpPr>
        <p:spPr>
          <a:xfrm>
            <a:off x="1508760" y="52395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시기에 PR이 0.75 아래인 발전소는 동시성에 묶여도 제외한다. 영흥#5를 섞으면 새 모델 오차가 10.41%에서 10.95%로 나빠졌다.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172200" y="47091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46" name="Shape 41"/>
          <p:cNvSpPr/>
          <p:nvPr/>
        </p:nvSpPr>
        <p:spPr>
          <a:xfrm>
            <a:off x="6355080" y="50932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5248656"/>
            <a:ext cx="310896" cy="310896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132320" y="4864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테스트</a:t>
            </a:r>
            <a:endParaRPr lang="en-US" sz="1400" dirty="0"/>
          </a:p>
        </p:txBody>
      </p:sp>
      <p:sp>
        <p:nvSpPr>
          <p:cNvPr id="49" name="Text 43"/>
          <p:cNvSpPr txBox="1"/>
          <p:nvPr/>
        </p:nvSpPr>
        <p:spPr>
          <a:xfrm>
            <a:off x="7132320" y="52395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업로드는 컬럼·시각·중복·미등록 발전소·용량 범위를 검사해 거부한다. 계약 테스트 14개. 새 클론에서 전체 재현.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9개: 날씨 3 · 설비 4 · 모델 드리프트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실적 구간을 그대로 또는 변형해 투입했다. 재학습은 두 번만 걸렸고 둘 다 게이트를 통과했다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017520"/>
                <a:gridCol w="1280160"/>
                <a:gridCol w="109728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시나리오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오차율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→ 대응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2026-08-11~31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7.17%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장마철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2026-06-20~07-10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(모델이 아는 계절)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A 우기 패턴만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장마철 실적 그대로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6.9~9.2%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0.98~1.11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(입력 분포만 변화)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고장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삼천포2, 8일째부터 ×0.5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광양항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2025-10-05~25, 10/6~11 정지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23.46%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2025-12-05~25, 12/16 급락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15.81%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영흥#5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2026-08-11~31, 3월부터 점진 하락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11.69%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B 폭염화 (모의)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2026-07-11~31, 28°C 초과 1°C당 −5%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10.9~15.0%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0.70~0.75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→ fine-tune 8.39% → v2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발전소 변화 (루프 검증)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3곳 ×1.25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12.2~14.2%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1.19~1.22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→ fine-tune → v3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06440"/>
            <a:ext cx="1106424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94944" y="594360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9536" y="5806440"/>
            <a:ext cx="10680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넣으면 오차 8.5~9.2%로 임계값 미달. 제도 오차는 용량 대비 절대값이라 흐린 날의 비례 손실은 작게 잡힌다.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① 광양항: 정지했다가 돌아왔다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9~10월 PR 0.3~0.4 지속, 10/6~11 완전 정지, 11월 초 복구. 급락과 복귀 모양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23.5%, PR 0.44 → 설비 이상. [ALERT]만 남기고 재학습 차단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기간 다른 9곳 PR 0.85~1.10. 한 곳만 떨어졌다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시작 전에 이미 떨어진 경우도 PR &lt; 0.75면 설비로 본다 (규칙 보강)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② 삼천포 2호기: 하루 만에 절반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2025-12-16 PR 0.96 → 0.46, 3주 유지 후 1/9 복구. 전형적인 계단형 급락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15.8%, PR 0.47 → 설비 이상. [ALERT]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부지 삼천포3는 0.84 유지. 하루 만에 떨어지고 하루 만에 돌아온 모양은 점검·부분 정지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고장 시나리오(×0.5)와 같은 모양이고 감지기도 같은 판정을 냈다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③ 영흥#5: 여섯 달에 걸쳐 서서히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3월 0.96 → 8월 0.64. 전 시간대 균일 손실, 피크 이용률 0.84 → 0.78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11.7%, PR 0.68 → 설비 이상. 60일 이상 기록이면 오염으로 재분류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부지 영흥 2호기는 1.0 근처. 날씨나 기상 데이터 문제가 아니다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스트링·인버터 일부 탈락 또는 심한 오염. 운영 이력 대조 필요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1년, 열 곳이 동시에 틀린 달은 없었다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PR 중앙값 0.93~1.03. 재학습이 필요한 모델 드리프트는 실제 데이터에 없었다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이상은 전부 발전소 단위였고 감지기는 세 건 모두 재학습을 막았다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 복구 후 PR 1.15~1.22 (2026-04~07). 위로 틀린 유일한 구간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"데이터를 더 넣는 일"이 아니라 "잘못 배운 것을 바로잡는 일"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드리프트: 여러 곳이 같이 틀리거나, 위로 틀리거나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재학습이 정답인 경우는 "같은 입력에서 발전 패턴이 바뀌었는데 메타데이터 수정으로는 못 고치는" 경우다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0" cy="352791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680960" y="155448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863840" y="16824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· 폭염화 (모의)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863840" y="2066544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28°C 초과 1°C당 −5% 손실을 3주 넣었다. 더운 경남 4곳만 넘고 경북 2곳은 이내 → 동시성 0.67 → 재학습 → 새 오차 8.39%로 v2 승격. 우기 패턴만 바뀐 A는 재학습하지 않는다.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680960" y="397764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863840" y="41056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 복구 후 · 실제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4489704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동안 실제가 기대보다 20% 많다. 구름·먼지·고장은 발전을 더 만들지 못하므로 틀린 쪽은 모델의 기준. PR &gt; 1.15 규칙은 한 곳이어도 재학습으로 보낸다.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5486400"/>
            <a:ext cx="685800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" y="562356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59536" y="5486400"/>
            <a:ext cx="6473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덜 만들 이유는 많지만 더 만들 이유는 없다 → 위로 틀리면 모델을 의심한다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43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넣어도 임계값에 못 미친다 → 기후 시나리오는 맑은 폭염 창에 두었다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구성도: 업로드에서 재배포까지 한 바퀴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줄은 만들어 내보내는 길(Day1·Day2), 아래 줄은 지켜보고 고치는 길(Day3). 모듈 이름은 저장소의 파일 이름 그대로다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B9E6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167335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실적 업로드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984248"/>
            <a:ext cx="21122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/data/upload · routers/data.py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컬럼·시각 형식·중복·미등록 발전소·용량 범위를 검사해 틀리면 400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0" y="1600200"/>
            <a:ext cx="2148840" cy="1280160"/>
          </a:xfrm>
          <a:prstGeom prst="roundRect">
            <a:avLst>
              <a:gd name="adj" fmla="val 5714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11" name="Text 8"/>
          <p:cNvSpPr txBox="1"/>
          <p:nvPr/>
        </p:nvSpPr>
        <p:spPr>
          <a:xfrm>
            <a:off x="3310128" y="167335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저장소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310128" y="1984248"/>
            <a:ext cx="19293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data/uploads/*.csv.gz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data/plants.csv (용량·좌표)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data/weather/obs·d1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60020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79008" y="16733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학습 · 게이트 · 등록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779008" y="1984248"/>
            <a:ext cx="26151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train_and_register.py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baseline(scaler 고정) → 테스트 1년 평가 → 게이트(통과율 ≥ 0.45, 이후 현 모델 이상) → MLflow run·metric 기록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823960" y="160020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17" name="Text 14"/>
          <p:cNvSpPr txBox="1"/>
          <p:nvPr/>
        </p:nvSpPr>
        <p:spPr>
          <a:xfrm>
            <a:off x="8933688" y="1673352"/>
            <a:ext cx="2569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MLflow Registry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933688" y="1984248"/>
            <a:ext cx="2569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mlflow.db · mlruns/ (sqlite, 별도 서버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Haearim_Hourly @champion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= alias 이동, 실패 = 그대로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880360" y="2240280"/>
            <a:ext cx="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349240" y="2240280"/>
            <a:ext cx="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8503920" y="2240280"/>
            <a:ext cx="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823960" y="370332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33688" y="3776472"/>
            <a:ext cx="2569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FastAPI 서빙 (컨테이너)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933688" y="4087368"/>
            <a:ext cx="2569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serving_app/main.py · model_loader.py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MODEL_SOURCE=mlflow, LOADING_MODE=eager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 haearim-serving:v2 · 8010 · HEALTHCHECK /health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0" y="370332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B9E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779008" y="377647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예측 · 기록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9008" y="4087368"/>
            <a:ext cx="26151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/predict → hourly_kwh[24], model_version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/predict/batch-test → 실적과 대조해 날짜별 오차율·PR·D-1 오차를 발전소별로 누적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200400" y="3703320"/>
            <a:ext cx="21488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B878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310128" y="377647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드리프트 판정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310128" y="4087368"/>
            <a:ext cx="19293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monitoring/drift_detector.py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 &gt; 10.36% 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PR·동시성·모양으로 날씨/설비/오염/모델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D6454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8368" y="377647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대응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" y="4087368"/>
            <a:ext cx="21122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monitoring/retrain_trigger.py · jobs.py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설비·오염: [ALERT] 후 중단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fine_tune(30일) 백그라운드 → 게이트 재검증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10213848" y="2880360"/>
            <a:ext cx="0" cy="82296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10305288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@champion 읽기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시 캐시 비움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8823960" y="4343400"/>
            <a:ext cx="-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669280" y="4343400"/>
            <a:ext cx="-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3200400" y="4343400"/>
            <a:ext cx="-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691640" y="3703320"/>
            <a:ext cx="0" cy="-301752"/>
          </a:xfrm>
          <a:prstGeom prst="line">
            <a:avLst/>
          </a:prstGeom>
          <a:noFill/>
          <a:ln w="19050">
            <a:solidFill>
              <a:srgbClr val="D6454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691640" y="3401568"/>
            <a:ext cx="5394960" cy="0"/>
          </a:xfrm>
          <a:prstGeom prst="line">
            <a:avLst/>
          </a:prstGeom>
          <a:noFill/>
          <a:ln w="19050">
            <a:solidFill>
              <a:srgbClr val="D6454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086600" y="3401568"/>
            <a:ext cx="0" cy="-521208"/>
          </a:xfrm>
          <a:prstGeom prst="line">
            <a:avLst/>
          </a:prstGeom>
          <a:noFill/>
          <a:ln w="19050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42" name="Text 39"/>
          <p:cNvSpPr txBox="1"/>
          <p:nvPr/>
        </p:nvSpPr>
        <p:spPr>
          <a:xfrm>
            <a:off x="1828800" y="31272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드리프트일 때만: fine_tune → 남겨 둔 6일로 게이트 재검증 → 통과하면 @champion 이동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5212080"/>
            <a:ext cx="233172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44" name="Text 41"/>
          <p:cNvSpPr txBox="1"/>
          <p:nvPr/>
        </p:nvSpPr>
        <p:spPr>
          <a:xfrm>
            <a:off x="658368" y="528523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logs/aiops.log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658368" y="5596128"/>
            <a:ext cx="2112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[WARN] → [INFO] → [OK] / [ALERT]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로그 패널 · GET /logs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0" y="5212080"/>
            <a:ext cx="214884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47" name="Text 44"/>
          <p:cNvSpPr txBox="1"/>
          <p:nvPr/>
        </p:nvSpPr>
        <p:spPr>
          <a:xfrm>
            <a:off x="3310128" y="528523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production_metrics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3310128" y="5596128"/>
            <a:ext cx="1929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오차 8.29% → 임계값 10.36%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0.75 · 1.15 · 동시성 ½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669280" y="5212080"/>
            <a:ext cx="283464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50" name="Text 47"/>
          <p:cNvSpPr txBox="1"/>
          <p:nvPr/>
        </p:nvSpPr>
        <p:spPr>
          <a:xfrm>
            <a:off x="5779008" y="528523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records (메모리) · data/recent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779008" y="559612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발전소별 날짜 오차·PR 21일 창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승격되면 창을 비워 다시 센다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8823960" y="5212080"/>
            <a:ext cx="278892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53" name="Text 50"/>
          <p:cNvSpPr txBox="1"/>
          <p:nvPr/>
        </p:nvSpPr>
        <p:spPr>
          <a:xfrm>
            <a:off x="8933688" y="5285232"/>
            <a:ext cx="2569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static/index.html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933688" y="5596128"/>
            <a:ext cx="2569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· 시나리오 9개 · 파이프라인 8단계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패널 · /health 배지(버전·학습 상태)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1691640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4270248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086600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0213848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9" name="Text 56"/>
          <p:cNvSpPr txBox="1"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 상자 = 코드 모듈 · 점선 상자 = 파일·저장소 · 화살표 = 호출과 읽기·쓰기 · 빨간 고리 = 모델 드리프트일 때만 도는 길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API 계약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FastAPI와 Pydantic 검증. Swagger /docs는 CDN 없이도 열린다. 틀린 입력은 모델에 닿기 전에 422로 돌려보낸다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3291840"/>
                <a:gridCol w="18288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Method /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date, history_kwh[72], forecast[24]{ghi, cloud_cover, temperature}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hourly_kwh[24], day_total_kwh, model_version · 422 길이·범위 위반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날 제출 자료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/data/upload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또는 .gz (plant_id, time, generation_kwh)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rows, rejected_rows · 400 형식·중복·용량 위반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실적 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/data/status · /data/window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start, n_days, scale, heat_loss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발전소별 기간 / 시뮬레이션용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확인·시나리오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/predict/batch-test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records(72h+24h 이상), persist, check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days[], summary, drift_check{status, cause, retrain}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평가·드리프트 판정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/jobs/current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idle / queued / running / completed / failed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 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/health · GET /logs/aiops.log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status, model_loaded, model_version, loading_mode, training / 로그 본문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상태·증빙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66344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7365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 정상 응답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02920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/predict {"plant_id":"samcheonpo_2","date":"2026-08-30",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"history_kwh":[0,0,...,559.68,...],"forecast":[{"ghi":0,"cloud_cover":20,"temperature":23.1},...]}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200 {"hourly_kwh":[0,0,0,0,0,0,0.8,107.6,211.1,334.4,432,519,534.4,...,0],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"day_total_kwh":3649.7,"model_version":"production-v1"}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 → {"status":"ok","model_loaded":true,"model_version":"production-v1","loading_mode":"eager","training":"idle"}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72200" y="466344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55080" y="47365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422 검증 오류 (history_kwh 71개를 보냈을 때)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502920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/predict {... "history_kwh":[71개] ...}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422 {"detail":[{"type":"too_short","loc":["body","history_kwh"],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"msg":"List should have at least 72 items after validation, not 71"}]}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같은 식으로 ghi &lt; 0, cloud_cover &gt; 100, temperature 범위 밖, forecast 23개도 422.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업로드는 time 형식·중복·미등록 발전소·용량 초과를 400으로 돌려보낸다.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① 대시보드: 설비는 멈추고, 모델 드리프트는 끝까지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한 번으로 실적 구간 투입 → 판정 → 파이프라인 8단계 표시 (2026-10-01 실제 실행 캡처)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40680" cy="2786324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54480"/>
            <a:ext cx="5440680" cy="27863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70916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94944" y="484632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9536" y="4709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고장 ×0.5 → 설비 이상 · 알림, 재학습 트리거 대기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70916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18504" y="484632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83096" y="4709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→ 모델 드리프트 · 재학습 → 게이트 → v2 승격, 8단계 완료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16636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16.29%, PR 0.66. 파이프라인은 4단계(원인 분류)에서 멈추고 재학습 트리거는 "대기 중". aiops.log에는 [WARN]과 [ALERT] 두 줄.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516636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new_error 8.39%로 새 버전 승격, 8단계 모두 "완료". 상단 배지는 학습 중 "재학습 running"으로 바뀌었다가 끝나면 모델 버전이 v2로 바뀐다.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② 학습 중에도 응답하고, 로그는 순서대로 남는다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/health가 재학습 running을 보여주는 동안 /predict는 production-v1로 응답한다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760720" cy="16513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703320"/>
            <a:ext cx="5760720" cy="2560320"/>
          </a:xfrm>
          <a:prstGeom prst="roundRect">
            <a:avLst>
              <a:gd name="adj" fmla="val 428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37947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 [WARN] drift detected (cause=equipment, plant=samcheonpo_2, err=16.29% (thr 10.36%), pr_recent=0.464, pr_before=0.766, fleet_share=0.0)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 [ALERT] equipment anomaly suspected at samcheonpo_2 (PR 0.464) - retrain blocked, operator notified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 [WARN] drift detected (cause=equipment, plant=yeongheung5_1, err=11.69% (thr 10.36%), pr_recent=0.678, pr_before=0.653, fleet_share=0.5)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 [ALERT] equipment anomaly suspected at yeongheung5_1 (PR 0.678) - retrain blocked, operator notified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 [WARN] drift detected - triggering retrain (cause=model_drift, plant=samcheonpo_2, err=12.92% (thr 10.36%), pr_recent=0.712, pr_before=0.75, fleet_share=0.67)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 [INFO] retrain triggered (window=last_30_days, plants=doosan_1,gyeongsang_1,samcheonpo_2,samcheonpo_3, job=345ed0baa11d)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17:01:41 [OK] new_error=8.39% - production promoted: Haearim_Hourly v2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 [WARN] drift detected (cause=equipment, plant=samcheonpo_2, err=11.59% (thr 10.36%), pr_recent=0.574, pr_before=0.935, fleet_share=0.5)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 [ALERT] equipment anomaly suspected at samcheonpo_2 (PR 0.574) - retrain blocked, operator notified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120640" cy="2667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92240" y="452628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675120" y="4636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/predict 응답의 model_version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498348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재학습 전   "production-v1"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학습 중     /health {"training": "running"} · 응답은 여전히 v1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승격 후     "production-v2"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③ 같은 요청, 재학습 전과 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Swagger /predict Try it out. 같은 삼천포2 입력에 production-v1과 production-v2가 다르게 답한다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860" y="1554480"/>
            <a:ext cx="4228241" cy="37490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420" y="1554480"/>
            <a:ext cx="4228241" cy="37490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44068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94944" y="55778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59536" y="544068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전 · "model_version": "production-v1" · 3,649.7 kWh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72200" y="544068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318504" y="557784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83096" y="544068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후 · "model_version": "production-v2" · 2,708.7 kWh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폭염 손실을 배운 v2가 같은 날 발전량을 낮게 본다. 승격 직후 /health는 model_loaded=false(캐시 비움)였다가 첫 요청에서 v2를 올린다.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④ 컨테이너에서도 같은 화면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 compose up --build 한 번으로 실적 시드 → 모델 등록 → 계약 테스트 → 서빙까지 이미지 안에서 끝난다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566160" cy="2788920"/>
          </a:xfrm>
          <a:prstGeom prst="roundRect">
            <a:avLst>
              <a:gd name="adj" fmla="val 3279"/>
            </a:avLst>
          </a:prstGeom>
          <a:solidFill>
            <a:srgbClr val="F3F5F9"/>
          </a:solidFill>
          <a:ln w="12700">
            <a:solidFill>
              <a:srgbClr val="8A8F9A"/>
            </a:solidFill>
            <a:prstDash val="sysDash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Mac에서 캡처해 넣는 자리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shots/docker_01.png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-f serving_app/docker-compose.yml up --build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754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로그: [GATE PASSED] · 14 passed · Uvicorn running on 0.0.0.0:8010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66160" cy="2788920"/>
          </a:xfrm>
          <a:prstGeom prst="roundRect">
            <a:avLst>
              <a:gd name="adj" fmla="val 3279"/>
            </a:avLst>
          </a:prstGeom>
          <a:solidFill>
            <a:srgbClr val="F3F5F9"/>
          </a:solidFill>
          <a:ln w="12700">
            <a:solidFill>
              <a:srgbClr val="8A8F9A"/>
            </a:solidFill>
            <a:prstDash val="sysDash"/>
          </a:ln>
        </p:spPr>
      </p:sp>
      <p:sp>
        <p:nvSpPr>
          <p:cNvPr id="13" name="Text 10"/>
          <p:cNvSpPr txBox="1"/>
          <p:nvPr/>
        </p:nvSpPr>
        <p:spPr>
          <a:xfrm>
            <a:off x="457200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Mac에서 캡처해 넣는 자리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shots/docker_02.png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4754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 = healthy (HEALTHCHECK가 /health의 model_loaded=true까지 확인)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46720" y="1554480"/>
            <a:ext cx="3566160" cy="2788920"/>
          </a:xfrm>
          <a:prstGeom prst="roundRect">
            <a:avLst>
              <a:gd name="adj" fmla="val 3279"/>
            </a:avLst>
          </a:prstGeom>
          <a:solidFill>
            <a:srgbClr val="F3F5F9"/>
          </a:solidFill>
          <a:ln w="12700">
            <a:solidFill>
              <a:srgbClr val="8A8F9A"/>
            </a:solidFill>
            <a:prstDash val="sysDash"/>
          </a:ln>
        </p:spPr>
      </p:sp>
      <p:sp>
        <p:nvSpPr>
          <p:cNvPr id="18" name="Text 15"/>
          <p:cNvSpPr txBox="1"/>
          <p:nvPr/>
        </p:nvSpPr>
        <p:spPr>
          <a:xfrm>
            <a:off x="832104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Mac에서 캡처해 넣는 자리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shots/docker_03.png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http://localhost:8010/docs (컨테이너)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754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/predict Try it out → 200, model_version production-v1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Dockerfile 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FROM python:3.11-slim · COPY requirements.txt · RUN pip install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로컬과 같은 Python, 의존성 레이어는 소스보다 먼저 (캐시)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cp sample → data/uploads &amp;&amp; train_and_register.py --register-local &amp;&amp; pytest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 빌드 시점에 시드·게이트·등록·테스트까지 끝내 자기 완결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 MODEL_SOURCE=mlflow LOADING_MODE=eager · HEALTHCHECK · CMD uvicorn :8010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뜨자마자 모델이 올라와 있고, healthy가 곧 "받을 준비 됨"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모의임을 밝히고, 운영에 넣기 전에 확인할 것을 적는다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68249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824228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16642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창 마감 시각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167335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D-1 24:00까지 쓴다. 제출이 D-1 10시이므로 09:00 마감으로 바꾸면 조건이 정직해지고 오차는 조금 오른다.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505456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1520" y="2633472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2775204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08760" y="261518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감시 오차의 기준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023360" y="262432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관측 기상 예측 오차(8.29%) 기준이다. 서빙 조건(9.85%)으로 옮기면 임계값도 다시 잡아야 한다.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456432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" y="3584448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726180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08760" y="3566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설비용량·좌표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023360" y="357530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plants.csv의 용량은 시간 피크 추정값이다. 공식 용량·좌표와 세 발전소의 운영 이력을 대조해야 사례가 확정된다.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4407408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31520" y="4535424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677156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08760" y="451713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 통과율 0.45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4023360" y="45262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드리프트가 아니라 모델 성능의 한계다. 보수적 예측 손실과 예보로 학습하는 것이 다음 과제다.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5358384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31520" y="5486400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5628132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08760" y="5468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확장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023360" y="5477256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출력제어(제도 변화 → 재학습)와 황사(지역 동시지만 일시적 → 재학습 금지)로 동시성 규칙의 경계를 보강한다.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분담과 실행 안내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github.com/leemingi0906/model-serving · 팀 공유 zip Haearim_v2_team.zip · 3~5분이면 같은 화면이 뜬다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데이터·기획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정렬, 이용률, 레지스트리, 업로드 검증, 기획안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정합성 검토, 7곳 제외 근거, 계약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모델·MLOps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 구조, 낮 가중 손실, 게이트, MLflow alias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8.29% / 0.579, 모델 실험 2라운드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서빙·배포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스키마, /predict, 모델 스냅샷 교체, 오프라인 Swagger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응답, model_version v1 → v2, 학습 중 응답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AIOps·검증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분류, 재학습 트리거, 백그라운드 작업, 시나리오 9개, 대시보드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aiops.log, 새 클론 재현 로그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370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PC에서 (TEAM_GUIDE.md)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75488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scripts/quick_start.sh      # 업로드 → 동봉 모델 등록 → 서버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scripts/simulate_drift.py # 시나리오 9개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              # 계약 테스트 14개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scripts/measure_loading.py # Lazy/Eager 측정표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-f serving_app/docker-compose.yml up --build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http://localhost:8010  ·  /docs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72200" y="425196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55080" y="4370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발표의 한 줄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47548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"오차가 커져도 날씨면 둔다, 한 곳이면 고친다, 모두면 다시 배운다."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54406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데이터를 더 넣는 일이 아니라 모델이 잘못 알고 있는 것을 바로잡는 일이다. 그래서 원인을 먼저 가린다.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해아림 - 태양광 시간별 발전량 예측 B2B 서비스</dc:title>
  <dc:subject>PptxGenJS Presentation</dc:subject>
  <dc:creator>해아림 팀</dc:creator>
  <cp:lastModifiedBy>해아림 팀</cp:lastModifiedBy>
  <cp:revision>1</cp:revision>
  <dcterms:created xsi:type="dcterms:W3CDTF">2026-10-02T01:46:39Z</dcterms:created>
  <dcterms:modified xsi:type="dcterms:W3CDTF">2026-10-02T01:46:39Z</dcterms:modified>
</cp:coreProperties>
</file>